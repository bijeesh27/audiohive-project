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95344" y="2322576"/>
            <a:ext cx="4364736" cy="9921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0" b="1">
                <a:solidFill>
                  <a:srgbClr val="F5F5F5"/>
                </a:solidFill>
                <a:latin typeface="Times New Roman"/>
              </a:rPr>
              <a:t>FOODHUB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92879" y="3657600"/>
            <a:ext cx="4311091" cy="3307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>
                <a:solidFill>
                  <a:srgbClr val="F5F5F5"/>
                </a:solidFill>
                <a:latin typeface="Times New Roman"/>
              </a:rPr>
              <a:t>DISCOVER. SHARE. EXPERIENCE FOOD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9008" y="4943856"/>
            <a:ext cx="1645920" cy="2456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F5F5F5"/>
                </a:solidFill>
                <a:latin typeface="Times New Roman"/>
              </a:rPr>
              <a:t>PRESENTED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4144" y="5285232"/>
            <a:ext cx="18592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ABHINAV R CHANDRAN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82912" y="5565648"/>
            <a:ext cx="990599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JISHA BITU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46336" y="5833872"/>
            <a:ext cx="8915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LAVANYA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2272" y="1426464"/>
            <a:ext cx="4376928" cy="4346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5F5F5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84" y="2286000"/>
            <a:ext cx="3755136" cy="3590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>
                <a:solidFill>
                  <a:srgbClr val="F5F5F5"/>
                </a:solidFill>
                <a:latin typeface="Times New Roman"/>
              </a:rPr>
              <a:t>FOOD LOVER STRUGGLE TO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6464" y="2749296"/>
            <a:ext cx="2377440" cy="1984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FIND AUTHENTIC FOOD SPOT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0368" y="3054096"/>
            <a:ext cx="1188720" cy="1984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FAKE 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2560" y="3334512"/>
            <a:ext cx="2377440" cy="1984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DISCOVER TRENDING PLACES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0368" y="3621024"/>
            <a:ext cx="1783080" cy="1984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GET REAL PROMOTION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0368" y="3919728"/>
            <a:ext cx="2773680" cy="1984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FOLLOW GENUINE FOOD CREATORS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48" y="4565904"/>
            <a:ext cx="8808720" cy="25511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>
                <a:solidFill>
                  <a:srgbClr val="F5F5F5"/>
                </a:solidFill>
                <a:latin typeface="Times New Roman"/>
              </a:rPr>
              <a:t>THERE IS NO SINGLE PLATFORM THAT COMBINES FOOD DISCOVERY ! SOCIAL INTERACTION 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088" y="4821936"/>
            <a:ext cx="1152144" cy="2173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>
                <a:solidFill>
                  <a:srgbClr val="F5F5F5"/>
                </a:solidFill>
                <a:latin typeface="Times New Roman"/>
              </a:rPr>
              <a:t>PROMOTION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" y="1761744"/>
            <a:ext cx="2938272" cy="4346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5F5F5"/>
                </a:solidFill>
                <a:latin typeface="Times New Roman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1936" y="2328672"/>
            <a:ext cx="4681728" cy="340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>
                <a:solidFill>
                  <a:srgbClr val="F5F5F5"/>
                </a:solidFill>
                <a:latin typeface="Times New Roman"/>
              </a:rPr>
              <a:t>A MOBILE APPLICATION THAT INCLUDE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088" y="2779776"/>
            <a:ext cx="2080260" cy="2078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• FOOD SPOT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84576"/>
            <a:ext cx="2179320" cy="340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• LOCATION &amp;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96" y="3419856"/>
            <a:ext cx="1783080" cy="3307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• RATING &amp; REVIEWS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376" y="3779520"/>
            <a:ext cx="1981199" cy="1984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• PROMOTION &amp; OFFERS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1664" y="4102607"/>
            <a:ext cx="2674620" cy="1984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• FOOD VLOGS &amp; SHORT 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1664" y="4437888"/>
            <a:ext cx="2377440" cy="1984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• PERSONAL USER 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9408" y="4815840"/>
            <a:ext cx="6236208" cy="274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F5F5F5"/>
                </a:solidFill>
                <a:latin typeface="Times New Roman"/>
              </a:rPr>
              <a:t>EVERYTHING RELATED TO FOOD IN ONE POWERFUL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883920"/>
            <a:ext cx="2944368" cy="4440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5F5F5"/>
                </a:solidFill>
                <a:latin typeface="Times New Roman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8864" y="1652016"/>
            <a:ext cx="2810256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Times New Roman"/>
              </a:rPr>
              <a:t>SMART FOOD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2704" y="2066543"/>
            <a:ext cx="3268980" cy="2645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• SEARCH BY CUISINE, CITY,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2704" y="2377440"/>
            <a:ext cx="2182368" cy="226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• VEG/ NON VEG FILTERS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3600" y="2688336"/>
            <a:ext cx="2080260" cy="2078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• TRENDING FOOD SPOTS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8047" y="3011424"/>
            <a:ext cx="1901952" cy="25511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Times New Roman"/>
              </a:rPr>
              <a:t>RATING &amp;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2704" y="3413760"/>
            <a:ext cx="1783080" cy="2078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• VERIFIED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2704" y="3730752"/>
            <a:ext cx="2575560" cy="2078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• PHOTO AND VIDEOS UPLOADS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4896" y="4029455"/>
            <a:ext cx="1981199" cy="2173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• STAR RATING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8047" y="4352544"/>
            <a:ext cx="1280160" cy="2645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Times New Roman"/>
              </a:rPr>
              <a:t>FOOD VLOGS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5312" y="4742688"/>
            <a:ext cx="1089660" cy="2173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SHORT REELS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34896" y="5071872"/>
            <a:ext cx="1822704" cy="2078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• FOLLOW CREATORS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2368" y="5376672"/>
            <a:ext cx="2377440" cy="25511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• LIKES, COMMENTS, SHARE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0768" y="902208"/>
            <a:ext cx="3462528" cy="4440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5F5F5"/>
                </a:solidFill>
                <a:latin typeface="Times New Roman"/>
              </a:rPr>
              <a:t>TARGET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591056"/>
            <a:ext cx="780288" cy="292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Times New Roman"/>
              </a:rPr>
              <a:t>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4960" y="2072640"/>
            <a:ext cx="2282342" cy="292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>
                <a:solidFill>
                  <a:srgbClr val="F5F5F5"/>
                </a:solidFill>
                <a:latin typeface="Times New Roman"/>
              </a:rPr>
              <a:t>• COLLEGE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2456688"/>
            <a:ext cx="1648358" cy="274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>
                <a:solidFill>
                  <a:srgbClr val="F5F5F5"/>
                </a:solidFill>
                <a:latin typeface="Times New Roman"/>
              </a:rPr>
              <a:t>• FOOD LOVERS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0576" y="2822448"/>
            <a:ext cx="1307592" cy="25511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>
                <a:solidFill>
                  <a:srgbClr val="F5F5F5"/>
                </a:solidFill>
                <a:latin typeface="Times New Roman"/>
              </a:rPr>
              <a:t>• TRAVELERS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3194304"/>
            <a:ext cx="1783080" cy="2456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>
                <a:solidFill>
                  <a:srgbClr val="F5F5F5"/>
                </a:solidFill>
                <a:latin typeface="Times New Roman"/>
              </a:rPr>
              <a:t>• FOOD VLOGGERS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1264" y="3584448"/>
            <a:ext cx="149352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Times New Roman"/>
              </a:rPr>
              <a:t>BUSINESSES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5168" y="4005072"/>
            <a:ext cx="1286256" cy="2173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F5F5F5"/>
                </a:solidFill>
                <a:latin typeface="Times New Roman"/>
              </a:rPr>
              <a:t>• RESTAURANT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4688" y="4364736"/>
            <a:ext cx="768096" cy="226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F5F5F5"/>
                </a:solidFill>
                <a:latin typeface="Times New Roman"/>
              </a:rPr>
              <a:t>• CAFES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8112" y="4700016"/>
            <a:ext cx="2662732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>
                <a:solidFill>
                  <a:srgbClr val="F5F5F5"/>
                </a:solidFill>
                <a:latin typeface="Times New Roman"/>
              </a:rPr>
              <a:t>• STREET FOOD VENDORS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8592" y="5041392"/>
            <a:ext cx="1521561" cy="3307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>
                <a:solidFill>
                  <a:srgbClr val="F5F5F5"/>
                </a:solidFill>
                <a:latin typeface="Times New Roman"/>
              </a:rPr>
              <a:t>• HOME CHEFS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9056" y="1426464"/>
            <a:ext cx="3401568" cy="4346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5F5F5"/>
                </a:solidFill>
                <a:latin typeface="Times New Roman"/>
              </a:rP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9680" y="2474976"/>
            <a:ext cx="237744" cy="25511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>
                <a:solidFill>
                  <a:srgbClr val="F5F5F5"/>
                </a:solidFill>
                <a:latin typeface="Times New Roman"/>
              </a:rPr>
              <a:t>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2704" y="2468880"/>
            <a:ext cx="2639568" cy="274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>
                <a:solidFill>
                  <a:srgbClr val="F5F5F5"/>
                </a:solidFill>
                <a:latin typeface="Times New Roman"/>
              </a:rPr>
              <a:t>RESTAURANT PROMOTION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9680" y="2913888"/>
            <a:ext cx="356616" cy="25511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>
                <a:solidFill>
                  <a:srgbClr val="F5F5F5"/>
                </a:solidFill>
                <a:latin typeface="Times New Roman"/>
              </a:rPr>
              <a:t>II.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2704" y="2901696"/>
            <a:ext cx="2048256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>
                <a:solidFill>
                  <a:srgbClr val="F5F5F5"/>
                </a:solidFill>
                <a:latin typeface="Times New Roman"/>
              </a:rPr>
              <a:t>FEATURED LISTINGS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9680" y="3364992"/>
            <a:ext cx="475488" cy="2645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>
                <a:solidFill>
                  <a:srgbClr val="F5F5F5"/>
                </a:solidFill>
                <a:latin typeface="Times New Roman"/>
              </a:rPr>
              <a:t>III.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2704" y="3346704"/>
            <a:ext cx="118872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>
                <a:solidFill>
                  <a:srgbClr val="F5F5F5"/>
                </a:solidFill>
                <a:latin typeface="Times New Roman"/>
              </a:rPr>
              <a:t>IN APP 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9680" y="3803904"/>
            <a:ext cx="356616" cy="26456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>
                <a:solidFill>
                  <a:srgbClr val="F5F5F5"/>
                </a:solidFill>
                <a:latin typeface="Times New Roman"/>
              </a:rPr>
              <a:t>IV.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4416" y="3779520"/>
            <a:ext cx="3566160" cy="3779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>
                <a:solidFill>
                  <a:srgbClr val="F5F5F5"/>
                </a:solidFill>
                <a:latin typeface="Times New Roman"/>
              </a:rPr>
              <a:t>AFFILIATE COMMISSION ( FUTURE)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2704" y="4230624"/>
            <a:ext cx="2151888" cy="274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>
                <a:solidFill>
                  <a:srgbClr val="F5F5F5"/>
                </a:solidFill>
                <a:latin typeface="Times New Roman"/>
              </a:rPr>
              <a:t>BRAND PARTNERSHIP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9344" y="1176528"/>
            <a:ext cx="3956304" cy="4346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5F5F5"/>
                </a:solidFill>
                <a:latin typeface="Times New Roman"/>
              </a:rPr>
              <a:t>GROWTH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1744" y="1871472"/>
            <a:ext cx="1030224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>
                <a:solidFill>
                  <a:srgbClr val="F5F5F5"/>
                </a:solidFill>
                <a:latin typeface="Times New Roman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07664" y="1877568"/>
            <a:ext cx="2157984" cy="274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>
                <a:solidFill>
                  <a:srgbClr val="F5F5F5"/>
                </a:solidFill>
                <a:latin typeface="Times New Roman"/>
              </a:rPr>
              <a:t>LAUNCH IN ONE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1744" y="2310384"/>
            <a:ext cx="1030224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>
                <a:solidFill>
                  <a:srgbClr val="F5F5F5"/>
                </a:solidFill>
                <a:latin typeface="Times New Roman"/>
              </a:rPr>
              <a:t>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7664" y="2316480"/>
            <a:ext cx="2377440" cy="274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>
                <a:solidFill>
                  <a:srgbClr val="F5F5F5"/>
                </a:solidFill>
                <a:latin typeface="Times New Roman"/>
              </a:rPr>
              <a:t>EXPAND TO METRO 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1744" y="2755392"/>
            <a:ext cx="1030224" cy="292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>
                <a:solidFill>
                  <a:srgbClr val="F5F5F5"/>
                </a:solidFill>
                <a:latin typeface="Times New Roman"/>
              </a:rPr>
              <a:t>PHASE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7664" y="2761488"/>
            <a:ext cx="237744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>
                <a:solidFill>
                  <a:srgbClr val="F5F5F5"/>
                </a:solidFill>
                <a:latin typeface="Times New Roman"/>
              </a:rPr>
              <a:t>NATIONWIDE EXPANSION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43456" y="3694176"/>
            <a:ext cx="2127504" cy="387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5F5F5"/>
                </a:solidFill>
                <a:latin typeface="Times New Roman"/>
              </a:rPr>
              <a:t>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6128" y="4413504"/>
            <a:ext cx="20787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• CAMPUS AMBASSADORS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6608" y="4791456"/>
            <a:ext cx="3206496" cy="2173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• FOOD INFLUENCER COLLABORATIONS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8320" y="5163312"/>
            <a:ext cx="2401824" cy="2173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• RESTAURANT PARTNERSHIP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6608" y="5504688"/>
            <a:ext cx="2377440" cy="3685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>
                <a:solidFill>
                  <a:srgbClr val="F5F5F5"/>
                </a:solidFill>
                <a:latin typeface="Times New Roman"/>
              </a:rPr>
              <a:t>• SOCIAL MEDIA CAMPAIGNS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816" y="1347216"/>
            <a:ext cx="3944112" cy="4440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5F5F5"/>
                </a:solidFill>
                <a:latin typeface="Times New Roman"/>
              </a:rPr>
              <a:t>FUTURE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0991" y="2304288"/>
            <a:ext cx="2559710" cy="3307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>
                <a:solidFill>
                  <a:srgbClr val="F5F5F5"/>
                </a:solidFill>
                <a:latin typeface="Times New Roman"/>
              </a:rPr>
              <a:t>• AI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1808" y="2822448"/>
            <a:ext cx="3340608" cy="3212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>
                <a:solidFill>
                  <a:srgbClr val="F5F5F5"/>
                </a:solidFill>
                <a:latin typeface="Times New Roman"/>
              </a:rPr>
              <a:t>• HOME CHEF MARKETPLACE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3328416"/>
            <a:ext cx="3694176" cy="340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>
                <a:solidFill>
                  <a:srgbClr val="F5F5F5"/>
                </a:solidFill>
                <a:latin typeface="Times New Roman"/>
              </a:rPr>
              <a:t>• CLOUD KITCHEN PARTNERSHIP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1808" y="3846576"/>
            <a:ext cx="2036064" cy="3307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>
                <a:solidFill>
                  <a:srgbClr val="F5F5F5"/>
                </a:solidFill>
                <a:latin typeface="Times New Roman"/>
              </a:rPr>
              <a:t>• EVENT BOOKING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4358640"/>
            <a:ext cx="3048000" cy="340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>
                <a:solidFill>
                  <a:srgbClr val="F5F5F5"/>
                </a:solidFill>
                <a:latin typeface="Times New Roman"/>
              </a:rPr>
              <a:t>• CREATOR MONETIZATION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80032" y="2542032"/>
            <a:ext cx="8194243" cy="4251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  <a:latin typeface="Times New Roman"/>
              </a:rPr>
              <a:t>“ NOT WHERE TO EAT— BUT HOW TO EXPERIENCE FOOD”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14016" y="3127248"/>
            <a:ext cx="7138416" cy="4157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00" b="1">
                <a:solidFill>
                  <a:srgbClr val="F5F5F5"/>
                </a:solidFill>
                <a:latin typeface="Times New Roman"/>
              </a:rPr>
              <a:t>FOODHUB CREATES A DIGITAL FOOD COMMUNITY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43584" y="1426464"/>
            <a:ext cx="2584704" cy="4346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F5F5F5"/>
                </a:solidFill>
                <a:latin typeface="Times New Roman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5312" y="2346960"/>
            <a:ext cx="7607808" cy="40629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>
                <a:solidFill>
                  <a:srgbClr val="F5F5F5"/>
                </a:solidFill>
                <a:latin typeface="Times New Roman"/>
              </a:rPr>
              <a:t>• FOODHUB IS MORE THAN AN APP, IT IS A COMPLETE FOOD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9296"/>
            <a:ext cx="7790688" cy="3401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>
                <a:solidFill>
                  <a:srgbClr val="F5F5F5"/>
                </a:solidFill>
                <a:latin typeface="Times New Roman"/>
              </a:rPr>
              <a:t>ECOSYSTEM CONNECTING USERS , CREATORS AND RESTAURANTS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83536" y="3224784"/>
            <a:ext cx="8162543" cy="3307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>
                <a:solidFill>
                  <a:srgbClr val="F5F5F5"/>
                </a:solidFill>
                <a:latin typeface="Times New Roman"/>
              </a:rPr>
              <a:t>“FOOD CONNECTS PEOPLE . FOODHUB CONNECTS THE WORLD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633216"/>
            <a:ext cx="658368" cy="2740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>
                <a:solidFill>
                  <a:srgbClr val="F5F5F5"/>
                </a:solidFill>
                <a:latin typeface="Times New Roman"/>
              </a:rPr>
              <a:t>FOOD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39440" y="2816352"/>
            <a:ext cx="5937504" cy="1096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0" b="1">
                <a:solidFill>
                  <a:srgbClr val="F5F5F5"/>
                </a:solidFill>
                <a:latin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